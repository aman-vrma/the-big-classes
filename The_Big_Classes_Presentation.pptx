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NEXT-GENERATION DUAL-PORTAL ACADEMIC SUITE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THE BIG CLASSES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Unified AI Proctoring, Real-Time PIN Synchronization &amp; Anti-Cheating Assessment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329184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PROJECT LEAD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Aman Verma</a:t>
            </a:r>
            <a:br/>
            <a:r>
              <a:t>Full-Stack Developer &amp; Architecture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4846320"/>
            <a:ext cx="329184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INTEGRITY CORE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3-Strike Tab Switch Detection</a:t>
            </a:r>
            <a:br/>
            <a:r>
              <a:t>Single-Attempt Result 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846320"/>
            <a:ext cx="320040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TECHNOLOGY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React 18 • TypeScript</a:t>
            </a:r>
            <a:br/>
            <a:r>
              <a:t>Vite • Tailwind • Wouter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PROBLEM &amp; SOLUTION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Modern Examination Vulnerabilities vs The Big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THE TRADITIONAL ASSESSMENT PROBLEM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Vulnerable Windows: Examinees easily switch tabs or browse solutions mid-test.</a:t>
            </a:r>
            <a:br/>
            <a:br/>
            <a:r>
              <a:t>• Fragmented Systems: Faculty drafts questions in one app while students test on another, leading to manual sync overhead.</a:t>
            </a:r>
            <a:br/>
            <a:br/>
            <a:r>
              <a:t>• Loopholes &amp; Retakes: Lack of strict submission locks allows students to retry and manipulate test scores.</a:t>
            </a:r>
            <a:br/>
            <a:br/>
            <a:r>
              <a:t>• Cluttered Interfaces: Outdated LMS platforms cause cognitive distraction during timed exams.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THE BIG CLASSES SOLUTION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Built-In Proctoring: Native Page Visibility listeners trigger immediate disciplinary strikes upon blur.</a:t>
            </a:r>
            <a:br/>
            <a:br/>
            <a:r>
              <a:t>• 6-Digit PIN Synchronization: Unified room registry connects Faculty host directly with Student arena.</a:t>
            </a:r>
            <a:br/>
            <a:br/>
            <a:r>
              <a:t>• Strict Single-Attempt Lock: Completed sessions permanently lock retakes and issue verified PDF scorecards.</a:t>
            </a:r>
            <a:br/>
            <a:br/>
            <a:r>
              <a:t>• Netflix-Grade Dark Aesthetic: Clean, distraction-free environment with 100% pure white contrast.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TECHNICAL ARCHITECTURE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High-Performance Modular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1. FRONTEND CORE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React 18 SPA Framework</a:t>
            </a:r>
            <a:br/>
            <a:br/>
            <a:r>
              <a:t>• TypeScript for strict types</a:t>
            </a:r>
            <a:br/>
            <a:br/>
            <a:r>
              <a:t>• Vite Bundler for lightning-fast HMR builds</a:t>
            </a:r>
            <a:br/>
            <a:br/>
            <a:r>
              <a:t>• Wouter for lightweight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2. STATE &amp; SYNC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TanStack React Query for async caching</a:t>
            </a:r>
            <a:br/>
            <a:br/>
            <a:r>
              <a:t>• Centralized AuthContext for role switching</a:t>
            </a:r>
            <a:br/>
            <a:br/>
            <a:r>
              <a:t>• Synchronized Room Store (LocalStorage Bridge)</a:t>
            </a:r>
            <a:br/>
            <a:br/>
            <a:r>
              <a:t>• Active Candidate Poller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3. PROCTORING &amp; DOCS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HTML5 Page Visibility API (Cheating strikes)</a:t>
            </a:r>
            <a:br/>
            <a:br/>
            <a:r>
              <a:t>• PDF.js Document Worker (Syllabus extraction)</a:t>
            </a:r>
            <a:br/>
            <a:br/>
            <a:r>
              <a:t>• Dynamic HTML-to-Print Scorecard Engine</a:t>
            </a:r>
            <a:br/>
            <a:br/>
            <a:r>
              <a:t>• CSV Ledger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4. DESIGN SYSTEM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Tailwind CSS Framework</a:t>
            </a:r>
            <a:br/>
            <a:br/>
            <a:r>
              <a:t>• Pure Slate Background (#080D1A)</a:t>
            </a:r>
            <a:br/>
            <a:br/>
            <a:r>
              <a:t>• Pure Crisp Font (#FFFFFF)</a:t>
            </a:r>
            <a:br/>
            <a:br/>
            <a:r>
              <a:t>• Lucide React Icons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PORTAL MATRIX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Separation of Concerns: Dual Specialized Workspaces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FACULTY COMMAND COCKPIT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AI Question Generation: Ingests raw text or uploaded PDF course material to formulate targeted MCQs.</a:t>
            </a:r>
            <a:br/>
            <a:br/>
            <a:r>
              <a:t>• Room Token Host: Issues 6-digit access codes with duration and difficulty bounds.</a:t>
            </a:r>
            <a:br/>
            <a:br/>
            <a:r>
              <a:t>• Live Monitoring Ledger: Tracks active examinees, ongoing attempts, and strike violations in real time.</a:t>
            </a:r>
            <a:br/>
            <a:br/>
            <a:r>
              <a:t>• Scorecard Dispatch: Single-click email delivery of student evaluation reports and CSV ledger export.</a:t>
            </a:r>
            <a:br/>
            <a:br/>
            <a:r>
              <a:t>• Academic Utilities: Integrated Lesson Planner, Assignment Creator, and Answer Grader.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STUDENT EXAMINATION ARENA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Streamlined Verification: Direct authentication using Candidate Name, Email, and 6-Digit Room PIN.</a:t>
            </a:r>
            <a:br/>
            <a:br/>
            <a:r>
              <a:t>• Synchronized Test Load: Instantly pulls and executes faculty-drafted exam questions.</a:t>
            </a:r>
            <a:br/>
            <a:br/>
            <a:r>
              <a:t>• Anti-Cheat Perimeter: Displays active countdown timer and real-time strike warning counters.</a:t>
            </a:r>
            <a:br/>
            <a:br/>
            <a:r>
              <a:t>• Verified Printable Certificate: One-click generation of official cryptographic PDF scorecards.</a:t>
            </a:r>
            <a:br/>
            <a:br/>
            <a:r>
              <a:t>• Zero Retake Loophole: Exam submission locks the desk permanently to avoid multiple attempts.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WORKFLOW FLOWCHART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Exam Synchronization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FACULTY DRAFT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Uploads syllabus PDF</a:t>
            </a:r>
            <a:br/>
            <a:r>
              <a:t>or inputs topic prompt</a:t>
            </a:r>
            <a:br/>
            <a:r>
              <a:t>AI builds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PIN BROADCAST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Room launched;</a:t>
            </a:r>
            <a:br/>
            <a:r>
              <a:t>Unique 6-Digit PIN saved</a:t>
            </a:r>
            <a:br/>
            <a:r>
              <a:t>to shared room store</a:t>
            </a:r>
          </a:p>
        </p:txBody>
      </p:sp>
      <p:sp>
        <p:nvSpPr>
          <p:cNvPr id="7" name="Oval 6"/>
          <p:cNvSpPr/>
          <p:nvPr/>
        </p:nvSpPr>
        <p:spPr>
          <a:xfrm>
            <a:off x="443484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STUDENT JOIN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Candidate inputs details</a:t>
            </a:r>
            <a:br/>
            <a:r>
              <a:t>&amp; PIN; active questions</a:t>
            </a:r>
            <a:br/>
            <a:r>
              <a:t>loaded into exam arena</a:t>
            </a:r>
          </a:p>
        </p:txBody>
      </p:sp>
      <p:sp>
        <p:nvSpPr>
          <p:cNvPr id="9" name="Oval 8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011680"/>
            <a:ext cx="246888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SUBMISSION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Proctor logs strikes;</a:t>
            </a:r>
            <a:br/>
            <a:r>
              <a:t>Score finalized;</a:t>
            </a:r>
            <a:br/>
            <a:r>
              <a:t>Verified PDF generated</a:t>
            </a:r>
          </a:p>
        </p:txBody>
      </p:sp>
      <p:sp>
        <p:nvSpPr>
          <p:cNvPr id="11" name="Oval 10"/>
          <p:cNvSpPr/>
          <p:nvPr/>
        </p:nvSpPr>
        <p:spPr>
          <a:xfrm>
            <a:off x="992124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292608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43600" y="292608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686800" y="292608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DATA BUS ARCHITECTURE: REAL-TIME CLIENT-SIDE SYNCHRONIZATION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Faculty and Student portals communicate through the standardized room-store bridge.</a:t>
            </a:r>
            <a:br/>
            <a:r>
              <a:t>• Student tab-switch events and strike increments update candidate records instantly.</a:t>
            </a:r>
            <a:br/>
            <a:r>
              <a:t>• Faculty Candidate Monitor polls updates every 2 seconds, displaying live progress and final marks without page refresh.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SECURITY &amp; COMPLIANCE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Automated Behavioral Anti-Cheating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1. VISIBILITY DETECTION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Leverages browser Document Visibility API.</a:t>
            </a:r>
            <a:br/>
            <a:br/>
            <a:r>
              <a:t>• Instant detection when student tabs out</a:t>
            </a:r>
            <a:br/>
            <a:br/>
            <a:r>
              <a:t>• Logs window minimization attempts</a:t>
            </a:r>
            <a:br/>
            <a:br/>
            <a:r>
              <a:t>• Flags split-screen side tasks</a:t>
            </a:r>
            <a:br/>
            <a:br/>
            <a:r>
              <a:t>• Works without intrusive camera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2. THE 3-STRIKE LADDER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Progressive disciplinary counter.</a:t>
            </a:r>
            <a:br/>
            <a:br/>
            <a:r>
              <a:t>• Strike 1: Warning prompt on screen</a:t>
            </a:r>
            <a:br/>
            <a:br/>
            <a:r>
              <a:t>• Strike 2: Severe violation penalty recorded</a:t>
            </a:r>
            <a:br/>
            <a:br/>
            <a:r>
              <a:t>• Strike 3: AUTOMATIC TERMINATION</a:t>
            </a:r>
            <a:br/>
            <a:br/>
            <a:r>
              <a:t>• Forces test auto-submission immediately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3. PERMANENT LEDGER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Disciplinary action recorded in real time.</a:t>
            </a:r>
            <a:br/>
            <a:br/>
            <a:r>
              <a:t>• Marked 'Disqualified (3 Strikes)' on dashboard</a:t>
            </a:r>
            <a:br/>
            <a:br/>
            <a:r>
              <a:t>• PDF certificate stamped with violation tag</a:t>
            </a:r>
            <a:br/>
            <a:br/>
            <a:r>
              <a:t>• Retake buttons removed permanently</a:t>
            </a:r>
            <a:br/>
            <a:br/>
            <a:r>
              <a:t>• Faculty receives instant disqualified 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</a:defRPr>
            </a:pPr>
            <a:r>
              <a:t>PROJECT ROADMAP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Future Roadmap &amp; Project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1: AUTH &amp; ROLES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Super-Admin Command Panel (/admin)</a:t>
            </a:r>
            <a:br/>
            <a:br/>
            <a:r>
              <a:t>• Centralized Faculty approval workflow</a:t>
            </a:r>
            <a:br/>
            <a:br/>
            <a:r>
              <a:t>• Telegram/Email registration webhook alerts</a:t>
            </a:r>
            <a:br/>
            <a:br/>
            <a:r>
              <a:t>• Institutional multi-tenant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PHASE 2: AI AUDIT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• Computer vision eye-tracking algorithms</a:t>
            </a:r>
            <a:br/>
            <a:br/>
            <a:r>
              <a:t>• Background ambient noise analysis</a:t>
            </a:r>
            <a:br/>
            <a:br/>
            <a:r>
              <a:t>• Direct SMTP scorecard email dispatch</a:t>
            </a:r>
            <a:br/>
            <a:br/>
            <a:r>
              <a:t>• LMS connectors (Canvas &amp; Google Classroom)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SUMMARY &amp; IMPACT</a:t>
            </a:r>
          </a:p>
          <a:p>
            <a:pPr>
              <a:lnSpc>
                <a:spcPct val="120000"/>
              </a:lnSpc>
              <a:defRPr sz="1050">
                <a:solidFill>
                  <a:srgbClr val="94A3B8"/>
                </a:solidFill>
              </a:defRPr>
            </a:pPr>
            <a:r>
              <a:t>THE BIG CLASSES provides an academic examination ecosystem that bridges speed, proctoring security, and design clarity.</a:t>
            </a:r>
            <a:br/>
            <a:br/>
            <a:r>
              <a:t>• Live on Vercel &amp; GitHub</a:t>
            </a:r>
            <a:br/>
            <a:r>
              <a:t>• Zero Cheating Tolerance</a:t>
            </a:r>
            <a:br/>
            <a:br/>
            <a:r>
              <a:t>Thank You!</a:t>
            </a:r>
            <a:br/>
            <a:r>
              <a:t>Lead Developer: Aman Verma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