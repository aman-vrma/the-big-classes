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1371600"/>
            <a:ext cx="731520" cy="73152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B132B"/>
                </a:solidFill>
              </a:defRPr>
            </a:pPr>
            <a: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8016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NEXT-GENERATION EXAMINATION &amp; ASSESSMENT SUITE</a:t>
            </a:r>
          </a:p>
          <a:p>
            <a:pPr>
              <a:spcAft>
                <a:spcPts val="600"/>
              </a:spcAft>
              <a:defRPr sz="5000" b="1">
                <a:solidFill>
                  <a:srgbClr val="FFFFFF"/>
                </a:solidFill>
              </a:defRPr>
            </a:pPr>
            <a:r>
              <a:t>THE BIG CLASSES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Dual-Role Architecture with Live Proctored Exam Arenas &amp; Integrity Enforcement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3108960" cy="13716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STRICT INTEGRITY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3-Strike Automated Tab Detection</a:t>
            </a:r>
            <a:br/>
            <a:r>
              <a:t>Zero-Tolerance Cheating Policy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754880"/>
            <a:ext cx="3108960" cy="13716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FAST ACCESS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6-Digit Sync Room PIN</a:t>
            </a:r>
            <a:br/>
            <a:r>
              <a:t>Instant Candidate Roster Connect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4754880"/>
            <a:ext cx="3383280" cy="13716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ARCHITECTURE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Lead: Aman Verma</a:t>
            </a:r>
            <a:br/>
            <a:r>
              <a:t>Tech: React • TypeScript • Wouter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</a:defRPr>
            </a:pPr>
            <a:r>
              <a:t>PROBLEM / SOLUTION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Modern Examination Pitfalls vs. The Big Classes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THE TRADITIONAL ASSESSMENT GAP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Vulnerable Testing: Unmonitored tabs encourage candidates to search answers in real-time.</a:t>
            </a:r>
            <a:br/>
            <a:br/>
            <a:r>
              <a:t>• Disconnected Roles: Teachers and students use disparate tools requiring manual score compilation.</a:t>
            </a:r>
            <a:br/>
            <a:br/>
            <a:r>
              <a:t>• Laggy Platforms: Bloated enterprise LMS frameworks introduce friction and high latency during active exams.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THE BIG CLASSES PARADIGM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Proctored Browser Shield: Automatic visibility listeners penalize tab shifts instantly.</a:t>
            </a:r>
            <a:br/>
            <a:br/>
            <a:r>
              <a:t>• Real-Time Room Binding: Faculty room PINs directly stream quizzes to verified student desks.</a:t>
            </a:r>
            <a:br/>
            <a:br/>
            <a:r>
              <a:t>• Lightweight Dual Cockpit: Netflix-grade sleek dark UI optimized for distraction-free focus.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</a:defRPr>
            </a:pPr>
            <a:r>
              <a:t>TECH STACK MATRIX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Engineered for Resilience, High Speed &amp; Type Safety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FRONTEND CORE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React 18 SPA</a:t>
            </a:r>
            <a:br/>
            <a:r>
              <a:t>• TypeScript Safety</a:t>
            </a:r>
            <a:br/>
            <a:r>
              <a:t>• Vite Engine</a:t>
            </a:r>
            <a:br/>
            <a:r>
              <a:t>• Wouter Routing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STATE &amp; COMM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TanStack React Query</a:t>
            </a:r>
            <a:br/>
            <a:r>
              <a:t>• Centralized AuthContext</a:t>
            </a:r>
            <a:br/>
            <a:r>
              <a:t>• LocalStorage Sync Bus</a:t>
            </a:r>
            <a:br/>
            <a:r>
              <a:t>• Visibility Detection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DOCUMENT AI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PDF.js Document Worker</a:t>
            </a:r>
            <a:br/>
            <a:r>
              <a:t>• Ingestion Text Parser</a:t>
            </a:r>
            <a:br/>
            <a:r>
              <a:t>• CSV Candidate Exporter</a:t>
            </a:r>
            <a:br/>
            <a:r>
              <a:t>• Client PDF Certificate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UI &amp; GRAPHICS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Tailwind CSS Engine</a:t>
            </a:r>
            <a:br/>
            <a:r>
              <a:t>• Lucide Vector Suite</a:t>
            </a:r>
            <a:br/>
            <a:r>
              <a:t>• High-Contrast Dark Theme</a:t>
            </a:r>
            <a:br/>
            <a:r>
              <a:t>• Custom Keyframe Flares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</a:defRPr>
            </a:pPr>
            <a:r>
              <a:t>PORTAL ISOLATION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Two Dedicated Workspaces. Zero Cross-Contamination.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FACULTY COMMAND COCKPIT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AI Quiz Formulator: Transforms text &amp; PDF syllabi into timed tests.</a:t>
            </a:r>
            <a:br/>
            <a:br/>
            <a:r>
              <a:t>• 6-Digit PIN Room Broadcast: One-click live room generation.</a:t>
            </a:r>
            <a:br/>
            <a:br/>
            <a:r>
              <a:t>• Real-Time Candidate Tracker: Live tracking of examinee status.</a:t>
            </a:r>
            <a:br/>
            <a:br/>
            <a:r>
              <a:t>• Scorecard Email Dispatch: Single-click mailto dispatch of results.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STUDENT EXAM ARENA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Clean Token Entry: Quick start with Candidate Name, Email &amp; Room PIN.</a:t>
            </a:r>
            <a:br/>
            <a:br/>
            <a:r>
              <a:t>• Synchronized Questions: Pulls active quiz generated by faculty.</a:t>
            </a:r>
            <a:br/>
            <a:br/>
            <a:r>
              <a:t>• Anti-Tamper Policy: Permanent removal of re-attempt loops.</a:t>
            </a:r>
            <a:br/>
            <a:br/>
            <a:r>
              <a:t>• Verified Printable Certificate: Immediate tamper-evident PDF download.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</a:defRPr>
            </a:pPr>
            <a:r>
              <a:t>SYSTEM FLOWCHART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End-to-End Examination Execution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2468880" cy="219456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[FACULTY DRAFT]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Upload PDF Syllabus</a:t>
            </a:r>
            <a:br/>
            <a:r>
              <a:t>or Prompt Topic</a:t>
            </a:r>
          </a:p>
        </p:txBody>
      </p:sp>
      <p:sp>
        <p:nvSpPr>
          <p:cNvPr id="5" name="Oval 4"/>
          <p:cNvSpPr/>
          <p:nvPr/>
        </p:nvSpPr>
        <p:spPr>
          <a:xfrm>
            <a:off x="1691640" y="1737360"/>
            <a:ext cx="548640" cy="5486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468880" cy="219456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[PIN BROADCAST]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Engine launches room</a:t>
            </a:r>
            <a:br/>
            <a:r>
              <a:t>Generates 6-Digit PIN</a:t>
            </a:r>
          </a:p>
        </p:txBody>
      </p:sp>
      <p:sp>
        <p:nvSpPr>
          <p:cNvPr id="7" name="Oval 6"/>
          <p:cNvSpPr/>
          <p:nvPr/>
        </p:nvSpPr>
        <p:spPr>
          <a:xfrm>
            <a:off x="4434840" y="1737360"/>
            <a:ext cx="548640" cy="5486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2468880" cy="219456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[STUDENT ARENA]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Student enters credentials</a:t>
            </a:r>
            <a:br/>
            <a:r>
              <a:t>&amp; loads active test</a:t>
            </a:r>
          </a:p>
        </p:txBody>
      </p:sp>
      <p:sp>
        <p:nvSpPr>
          <p:cNvPr id="9" name="Oval 8"/>
          <p:cNvSpPr/>
          <p:nvPr/>
        </p:nvSpPr>
        <p:spPr>
          <a:xfrm>
            <a:off x="7178040" y="1737360"/>
            <a:ext cx="548640" cy="5486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103120"/>
            <a:ext cx="2468880" cy="219456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[INTEGRITY &amp; LEDGER]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Real-Time 3 Strikes &amp;</a:t>
            </a:r>
            <a:br/>
            <a:r>
              <a:t>Auto-Generated PDF</a:t>
            </a:r>
          </a:p>
        </p:txBody>
      </p:sp>
      <p:sp>
        <p:nvSpPr>
          <p:cNvPr id="11" name="Oval 10"/>
          <p:cNvSpPr/>
          <p:nvPr/>
        </p:nvSpPr>
        <p:spPr>
          <a:xfrm>
            <a:off x="9921240" y="1737360"/>
            <a:ext cx="548640" cy="5486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00400" y="2926080"/>
            <a:ext cx="228600" cy="18288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5943600" y="2926080"/>
            <a:ext cx="228600" cy="18288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686800" y="2926080"/>
            <a:ext cx="228600" cy="18288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DATA PIPELINE INTEGRITY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localStorage room-store acts as the ultra-fast synchronized data bridge. Both teacher tracking and student submission update simultaneously without database overhead.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</a:defRPr>
            </a:pPr>
            <a:r>
              <a:t>INTERFACE EXCELLENCE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High-Contrast UI &amp; Live Portal Showcase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11480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CLEAN NETFLIX-GRADE UI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Pure White Text (#FFFFFF) against Deep Void (#0B132B) for high clarity.</a:t>
            </a:r>
            <a:br/>
            <a:br/>
            <a:r>
              <a:t>• Single Identity Focus: Removed confusing status capsules &amp; clutter.</a:t>
            </a:r>
            <a:br/>
            <a:br/>
            <a:r>
              <a:t>• Instant Responsive Grids: Designed for mobile examinees and widescreen desktop faculty setups.</a:t>
            </a:r>
            <a:br/>
            <a:br/>
            <a:r>
              <a:t>• Embedded Live Desk Frame on the right shows active proctored experience.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0" y="1645920"/>
            <a:ext cx="630936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LIVE DESK PREVIEW</a:t>
            </a:r>
            <a:br/>
            <a:r>
              <a:t>[Drop Screenshot Here]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</a:defRPr>
            </a:pPr>
            <a:r>
              <a:t>EXAM SECURITY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Automated Behavioral Proctoring Shield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1. TAB VISIBILITY DETECT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Harnesses HTML5 Page Visibility API.</a:t>
            </a:r>
            <a:br/>
            <a:br/>
            <a:r>
              <a:t>• Instant detection of Alt+Tab</a:t>
            </a:r>
            <a:br/>
            <a:r>
              <a:t>• Tracks split-screen maneuvers</a:t>
            </a:r>
            <a:br/>
            <a:r>
              <a:t>• Detects minimized windows</a:t>
            </a:r>
            <a:br/>
            <a:r>
              <a:t>• Real-time logging of violations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2. THE 3-STRIKE PENALTY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Direct progressive warning system.</a:t>
            </a:r>
            <a:br/>
            <a:br/>
            <a:r>
              <a:t>• Strike 1: Notice alert on screen</a:t>
            </a:r>
            <a:br/>
            <a:r>
              <a:t>• Strike 2: Severe violation penalty</a:t>
            </a:r>
            <a:br/>
            <a:r>
              <a:t>• Strike 3: AUTOMATIC SUBMIT</a:t>
            </a:r>
            <a:br/>
            <a:r>
              <a:t>• Prevents candidate tampering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3. EXPULSION &amp; LEDGER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Candidate ledger permanently updated.</a:t>
            </a:r>
            <a:br/>
            <a:br/>
            <a:r>
              <a:t>• Flagged as 'Disqualified (3 Strikes)'</a:t>
            </a:r>
            <a:br/>
            <a:r>
              <a:t>• Faculty monitor updates live</a:t>
            </a:r>
            <a:br/>
            <a:r>
              <a:t>• Scorecard stamps disciplinary mark</a:t>
            </a:r>
            <a:br/>
            <a:r>
              <a:t>• Retake option locked down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</a:defRPr>
            </a:pPr>
            <a:r>
              <a:t>WHAT'S NEXT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Future Evolution &amp; Project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PHASE 1: COMPUTER VISION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Browser Webcam Eye Tracking</a:t>
            </a:r>
            <a:br/>
            <a:r>
              <a:t>• Multi-face detection alerts</a:t>
            </a:r>
            <a:br/>
            <a:r>
              <a:t>• Background noise audio analysis</a:t>
            </a:r>
            <a:br/>
            <a:r>
              <a:t>• AI-driven head pose estimation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PHASE 2: CLOUD &amp; LMS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• Supabase/Firebase persistent sync</a:t>
            </a:r>
            <a:br/>
            <a:r>
              <a:t>• Google Classroom integration</a:t>
            </a:r>
            <a:br/>
            <a:r>
              <a:t>• Automated SMTP score mailer</a:t>
            </a:r>
            <a:br/>
            <a:r>
              <a:t>• Student performance analytics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38BDF8"/>
                </a:solidFill>
              </a:defRPr>
            </a:pPr>
            <a:r>
              <a:t>PROJECT WRAP-UP</a:t>
            </a:r>
          </a:p>
          <a:p>
            <a:pPr>
              <a:lnSpc>
                <a:spcPct val="120000"/>
              </a:lnSpc>
              <a:defRPr sz="1100">
                <a:solidFill>
                  <a:srgbClr val="94A3B8"/>
                </a:solidFill>
              </a:defRPr>
            </a:pPr>
            <a:r>
              <a:t>THE BIG CLASSES delivers a solid, tamper-resistant assessment ecosystem.</a:t>
            </a:r>
            <a:br/>
            <a:br/>
            <a:r>
              <a:t>Developed with focus on speed, design precision, and academic integrity.</a:t>
            </a:r>
            <a:br/>
            <a:br/>
            <a:r>
              <a:t>Thank You!</a:t>
            </a:r>
            <a:br/>
            <a:r>
              <a:t>Lead Developer: Aman Verma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